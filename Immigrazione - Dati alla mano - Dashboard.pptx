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9"/>
  </p:notesMasterIdLst>
  <p:handoutMasterIdLst>
    <p:handoutMasterId r:id="rId10"/>
  </p:handoutMasterIdLst>
  <p:sldIdLst>
    <p:sldId id="298" r:id="rId5"/>
    <p:sldId id="303" r:id="rId6"/>
    <p:sldId id="304" r:id="rId7"/>
    <p:sldId id="305" r:id="rId8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21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9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4E7F1-6134-4BBE-AF83-7F25B0CA18E2}" type="datetimeFigureOut">
              <a:rPr lang="it-IT" smtClean="0"/>
              <a:t>08/04/2026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B26311-C3C0-434A-B789-15BC3F2EAA1B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5511875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noProof="0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A9A33A-0CF3-4328-8241-480423EFCE28}" type="datetimeFigureOut">
              <a:rPr lang="it-IT" noProof="0" smtClean="0"/>
              <a:t>08/04/2026</a:t>
            </a:fld>
            <a:endParaRPr lang="it-IT" noProof="0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noProof="0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 dirty="0"/>
              <a:t>Fare clic per modificare gli stili del testo dello schema</a:t>
            </a:r>
          </a:p>
          <a:p>
            <a:pPr lvl="1"/>
            <a:r>
              <a:rPr lang="it-IT" noProof="0" dirty="0"/>
              <a:t>Secondo livello</a:t>
            </a:r>
          </a:p>
          <a:p>
            <a:pPr lvl="2"/>
            <a:r>
              <a:rPr lang="it-IT" noProof="0" dirty="0"/>
              <a:t>Terzo livello</a:t>
            </a:r>
          </a:p>
          <a:p>
            <a:pPr lvl="3"/>
            <a:r>
              <a:rPr lang="it-IT" noProof="0" dirty="0"/>
              <a:t>Quarto livello</a:t>
            </a:r>
          </a:p>
          <a:p>
            <a:pPr lvl="4"/>
            <a:r>
              <a:rPr lang="it-IT" noProof="0" dirty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70D81F-B392-4C17-A812-7A5FAE5A3138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7097343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70D81F-B392-4C17-A812-7A5FAE5A3138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36459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  <a:endParaRPr lang="it-IT" noProof="0" dirty="0"/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5BFDE2A-C71F-4C3F-A1B2-1941DBD5F0BC}" type="datetime1">
              <a:rPr lang="it-IT" noProof="0" smtClean="0"/>
              <a:t>08/04/2026</a:t>
            </a:fld>
            <a:endParaRPr lang="it-IT" noProof="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F6099E-0966-4452-9457-D38063DDF34A}" type="datetime1">
              <a:rPr lang="it-IT" noProof="0" smtClean="0"/>
              <a:t>08/04/2026</a:t>
            </a:fld>
            <a:endParaRPr lang="it-IT" noProof="0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 rtl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 dirty="0"/>
              <a:t>FARE CLIC PER MODIFICARE GLI STILI DEL TESTO DELLO SCHEMA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2220B3-283D-456F-9E36-1CBC90B10E02}" type="datetime1">
              <a:rPr lang="it-IT" noProof="0" smtClean="0"/>
              <a:t>08/04/2026</a:t>
            </a:fld>
            <a:endParaRPr lang="it-IT" noProof="0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11" name="Segnaposto numero diapositiva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AC8CD0-9267-42D0-9464-A9F549D73BE8}" type="datetime1">
              <a:rPr lang="it-IT" noProof="0" smtClean="0"/>
              <a:t>08/04/2026</a:t>
            </a:fld>
            <a:endParaRPr lang="it-IT" noProof="0" dirty="0"/>
          </a:p>
        </p:txBody>
      </p:sp>
      <p:sp>
        <p:nvSpPr>
          <p:cNvPr id="9" name="Segnaposto piè di pagina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10" name="Segnaposto numero diapositiva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68052EB-7CCB-4DB2-B1A8-9439C6EF8D8D}" type="datetime1">
              <a:rPr lang="it-IT" noProof="0" smtClean="0"/>
              <a:t>08/04/2026</a:t>
            </a:fld>
            <a:endParaRPr lang="it-IT" noProof="0" dirty="0"/>
          </a:p>
        </p:txBody>
      </p:sp>
      <p:sp>
        <p:nvSpPr>
          <p:cNvPr id="11" name="Segnaposto piè di pagina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12" name="Segnaposto numero diapositiva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6" name="Segnaposto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B65C04B-A1E7-46A8-BC66-5F5DFD56FE0C}" type="datetime1">
              <a:rPr lang="it-IT" noProof="0" smtClean="0"/>
              <a:t>08/04/2026</a:t>
            </a:fld>
            <a:endParaRPr lang="it-IT" noProof="0" dirty="0"/>
          </a:p>
        </p:txBody>
      </p:sp>
      <p:sp>
        <p:nvSpPr>
          <p:cNvPr id="7" name="Segnaposto piè di pagina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061C1C-7157-4882-B45D-51E1EF725FB0}" type="datetime1">
              <a:rPr lang="it-IT" noProof="0" smtClean="0"/>
              <a:t>08/04/2026</a:t>
            </a:fld>
            <a:endParaRPr lang="it-IT" noProof="0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537A19B8-3380-4960-9CDC-862800A38120}" type="datetime1">
              <a:rPr lang="it-IT" noProof="0" smtClean="0"/>
              <a:t>08/04/2026</a:t>
            </a:fld>
            <a:endParaRPr lang="it-IT" noProof="0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it-IT" noProof="0" smtClean="0"/>
              <a:pPr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it-IT" noProof="0"/>
              <a:t>Fare clic sull'icona per inserire un'immagine</a:t>
            </a:r>
            <a:endParaRPr lang="it-IT" noProof="0" dirty="0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6D5573E1-1A7C-474F-9A57-F6A1D6A7A336}" type="datetime1">
              <a:rPr lang="it-IT" noProof="0" smtClean="0"/>
              <a:t>08/04/2026</a:t>
            </a:fld>
            <a:endParaRPr lang="it-IT" noProof="0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-IT" noProof="0" dirty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it-IT" noProof="0" dirty="0"/>
              <a:t>Fare clic per modificare gli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9BAA26E8-7ECB-4BF2-A903-7DC464D6CA0D}" type="datetime1">
              <a:rPr lang="it-IT" noProof="0" smtClean="0"/>
              <a:t>08/04/2026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it-IT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it-IT" noProof="0" smtClean="0"/>
              <a:t>‹N›</a:t>
            </a:fld>
            <a:endParaRPr lang="it-IT" noProof="0" dirty="0"/>
          </a:p>
        </p:txBody>
      </p: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hyperlink" Target="https://drive.google.com/drive/folders/17AaW728yyE9E-KJ2odztTu9G6d0vmuTX?usp=sharing" TargetMode="Externa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tangolo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Immagine 3" descr="Un primo piano di un pezzo di carta con una matita sopra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ttangolo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rtlCol="0" anchor="b">
            <a:normAutofit/>
          </a:bodyPr>
          <a:lstStyle/>
          <a:p>
            <a:r>
              <a:rPr lang="it-IT" sz="3200" dirty="0" err="1">
                <a:solidFill>
                  <a:schemeClr val="tx1"/>
                </a:solidFill>
              </a:rPr>
              <a:t>Immigraziane</a:t>
            </a:r>
            <a:r>
              <a:rPr lang="it-IT" sz="3200" dirty="0">
                <a:solidFill>
                  <a:schemeClr val="tx1"/>
                </a:solidFill>
              </a:rPr>
              <a:t>: Dati alla mano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rtlCol="0" anchor="t">
            <a:normAutofit/>
          </a:bodyPr>
          <a:lstStyle/>
          <a:p>
            <a:pPr rtl="0">
              <a:lnSpc>
                <a:spcPct val="100000"/>
              </a:lnSpc>
            </a:pPr>
            <a:r>
              <a:rPr lang="it-IT" sz="1600" dirty="0"/>
              <a:t>Datita034 – generation </a:t>
            </a:r>
            <a:r>
              <a:rPr lang="it-IT" sz="1600" dirty="0" err="1"/>
              <a:t>italy</a:t>
            </a:r>
            <a:r>
              <a:rPr lang="it-IT" sz="1600" dirty="0"/>
              <a:t> – 04/2026</a:t>
            </a:r>
          </a:p>
        </p:txBody>
      </p:sp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ttangolo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8B4F8CE-1404-C14C-EE52-B0BF78F64C21}"/>
              </a:ext>
            </a:extLst>
          </p:cNvPr>
          <p:cNvSpPr txBox="1"/>
          <p:nvPr/>
        </p:nvSpPr>
        <p:spPr>
          <a:xfrm>
            <a:off x="643467" y="4751001"/>
            <a:ext cx="2313432" cy="830997"/>
          </a:xfrm>
          <a:prstGeom prst="rect">
            <a:avLst/>
          </a:prstGeom>
          <a:solidFill>
            <a:srgbClr val="22211F"/>
          </a:solidFill>
        </p:spPr>
        <p:txBody>
          <a:bodyPr wrap="square" rtlCol="0">
            <a:spAutoFit/>
          </a:bodyPr>
          <a:lstStyle/>
          <a:p>
            <a:r>
              <a:rPr lang="it-IT" sz="1600" spc="-50" dirty="0">
                <a:solidFill>
                  <a:schemeClr val="accent1"/>
                </a:solidFill>
                <a:latin typeface="+mj-lt"/>
                <a:ea typeface="+mj-ea"/>
                <a:cs typeface="+mj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 cartella origine dei dati e</a:t>
            </a:r>
            <a:r>
              <a:rPr lang="it-IT" sz="1600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it-IT" sz="1600" spc="-50" dirty="0">
                <a:solidFill>
                  <a:schemeClr val="accent1"/>
                </a:solidFill>
                <a:latin typeface="+mj-lt"/>
                <a:ea typeface="+mj-ea"/>
                <a:cs typeface="+mj-c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documentazione</a:t>
            </a:r>
            <a:endParaRPr lang="it-IT" sz="1600" spc="-5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 criminalità">
            <a:extLst>
              <a:ext uri="{FF2B5EF4-FFF2-40B4-BE49-F238E27FC236}">
                <a16:creationId xmlns:a16="http://schemas.microsoft.com/office/drawing/2014/main" id="{E41DA176-6962-ABBF-1198-B4FCE483F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437" y="0"/>
            <a:ext cx="9001125" cy="6353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09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 economia">
            <a:extLst>
              <a:ext uri="{FF2B5EF4-FFF2-40B4-BE49-F238E27FC236}">
                <a16:creationId xmlns:a16="http://schemas.microsoft.com/office/drawing/2014/main" id="{BB6EF53A-657C-BE7B-EAF2-2C9B3B57B3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250" y="-1"/>
            <a:ext cx="9001499" cy="63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194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D5283-01A1-C9CB-E3AA-532A605F8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 immigrazione">
            <a:extLst>
              <a:ext uri="{FF2B5EF4-FFF2-40B4-BE49-F238E27FC236}">
                <a16:creationId xmlns:a16="http://schemas.microsoft.com/office/drawing/2014/main" id="{CA7979A4-E6D7-315E-06E2-3250E1893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250" y="0"/>
            <a:ext cx="9001500" cy="63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5583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4285927_TF22712842.potx" id="{F5B7AB07-F859-4656-A1C1-DAFCFA0ACA4B}" vid="{A6E2497D-935A-4CFD-B9FD-6DCB15FA68BF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3932EF5-314F-409E-8020-FEE5FA0795B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{31467C95-8181-4629-AE77-3226D149CE7B}TFb63a7776-4452-49b2-8055-21efce632b72587c7a0e_win32-3f8c370d9fb3</Template>
  <TotalTime>14</TotalTime>
  <Words>19</Words>
  <Application>Microsoft Office PowerPoint</Application>
  <PresentationFormat>Widescreen</PresentationFormat>
  <Paragraphs>4</Paragraphs>
  <Slides>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Bookman Old Style</vt:lpstr>
      <vt:lpstr>Calibri</vt:lpstr>
      <vt:lpstr>Franklin Gothic Book</vt:lpstr>
      <vt:lpstr>Personalizzata</vt:lpstr>
      <vt:lpstr>Immigraziane: Dati alla mano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Analisiportafoglio IBH</dc:creator>
  <cp:lastModifiedBy>Analisiportafoglio IBH</cp:lastModifiedBy>
  <cp:revision>2</cp:revision>
  <dcterms:created xsi:type="dcterms:W3CDTF">2026-04-08T14:29:38Z</dcterms:created>
  <dcterms:modified xsi:type="dcterms:W3CDTF">2026-04-08T14:44:12Z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